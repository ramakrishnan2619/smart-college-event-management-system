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6" r:id="rId12"/>
    <p:sldId id="276" r:id="rId13"/>
    <p:sldId id="269" r:id="rId14"/>
    <p:sldId id="277" r:id="rId15"/>
    <p:sldId id="267" r:id="rId16"/>
    <p:sldId id="270" r:id="rId17"/>
    <p:sldId id="265" r:id="rId18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Gotham" panose="020B0604020202020204" charset="0"/>
      <p:regular r:id="rId31"/>
    </p:embeddedFont>
    <p:embeddedFont>
      <p:font typeface="Gotham Bold Italics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595B58-5548-456B-9941-9E9625ECA77F}" v="1537" dt="2026-03-01T10:46:07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21-04-2026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3600" dirty="0"/>
              <a:t>SCEMS - Smart Campus Event Management System</a:t>
            </a:r>
            <a:endParaRPr lang="en-IN" sz="3600" b="1" dirty="0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/>
                <a:ea typeface="Cambria"/>
              </a:rPr>
              <a:t>RAMAKRISHNAN S – VTU24465 – 23UECS0479.</a:t>
            </a:r>
            <a:endParaRPr lang="en-IN" sz="3000" dirty="0">
              <a:latin typeface="Cambria"/>
              <a:ea typeface="Cambr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9132712" y="7808289"/>
            <a:ext cx="8726926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/>
                <a:ea typeface="Cambria"/>
              </a:rPr>
              <a:t>Dr. K. SEETHA LAKSHMI – ASSOCIATE PROFESSOR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  <a:cs typeface="Robot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189205" y="6972300"/>
            <a:ext cx="1474317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mbria"/>
                <a:ea typeface="Cambria"/>
              </a:rPr>
              <a:t>                             </a:t>
            </a:r>
            <a:r>
              <a:rPr lang="en-US" sz="2400" b="1" dirty="0">
                <a:latin typeface="Cambria"/>
                <a:ea typeface="Cambria"/>
              </a:rPr>
              <a:t>SDG</a:t>
            </a:r>
            <a:r>
              <a:rPr lang="en-US" sz="2000" b="1" dirty="0">
                <a:latin typeface="Cambria"/>
                <a:ea typeface="Cambria"/>
              </a:rPr>
              <a:t> :  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SDG 4 – Quality Education and SDG 8 – Decent Work and Economic Growth </a:t>
            </a:r>
            <a:endParaRPr lang="en-IN" sz="2400" b="1">
              <a:latin typeface="Times New Roman"/>
              <a:ea typeface="Cambria" panose="02040503050406030204" pitchFamily="18" charset="0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416847" y="2200634"/>
            <a:ext cx="15072028" cy="56938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SCEMS is a modern, centralized Single-Page Application (SPA) designed exclusively for campus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digitizes the discovery, management, and experience of collegiate technical and cultural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core operational philosophy of the system is to help students "Discover. Register. Experience.“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serves as a unified digital bridge connecting event organizers directly with the student body.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SCEMS actively replaces traditional, fragmented communication channels with a single, reliable hub.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guarantees high student engagement while providing robust, oversight tools for administrators.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93589" y="49735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403275" y="2126353"/>
            <a:ext cx="15082325" cy="60016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Crucial event information is often scattered across physical notice boards, emails, and messaging apps.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frequently miss valuable extracurricular opportunities due to these disorganized communication channels.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registrations via paper forms or standalone Google Forms lead to high rates of data entry errors.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struggle with massive operational overhead when compiling disjointed registration data manually.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currently no centralized digital dashboard to track event popularity or department participation metrics.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registration workflows lack a premium, engaging user experience tailored for modern students.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99503" y="1978111"/>
            <a:ext cx="15072028" cy="69865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single, unified digital platform to track, manage, and host all competitive and non-competitive campus events.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b="0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robust, role-specific interactive dashboards tailored for both Students and System Administrators.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b="0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Fully digitize the event registration workflow to completely eliminate paper-based dependencies and slow manual data entry.</a:t>
            </a:r>
          </a:p>
          <a:p>
            <a:pPr algn="l"/>
            <a:endParaRPr lang="en-US" sz="3200" b="0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Enforce strict, real-time data validation protocols during registration to actively prevent erroneous data collection and ensure institutional data integrity.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b="0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automated, visual analytics regarding student participation and department-wise engagement to aid in rapid administrative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1054627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89205" y="1803057"/>
            <a:ext cx="15082325" cy="66787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SCEMS provides a single centralized platform housing over 16 distinct categories of campus events.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features a 3-step dynamic registration form equipped with real-time, smart data validation.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Dedicated student dashboards actively track upcoming, completed, and canceled event registrations.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receive a powerful panel with live data tracking, complete event CRUD capabilities, and analytics.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incorporates a built-in, mandatory post-event feedback mechanism for continuous quality improvement.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Strict role-based access control (RBAC) ensures secure, differentiated interfaces tailored to the user's specific privilege.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DB776-FCA4-BFEE-F74D-666EA2B32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280" y="1828337"/>
            <a:ext cx="13003440" cy="6630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8C13CB-5066-F073-2879-98A359FB0B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23"/>
          <a:stretch/>
        </p:blipFill>
        <p:spPr>
          <a:xfrm>
            <a:off x="2741799" y="2015464"/>
            <a:ext cx="13571621" cy="62382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48901" y="1657452"/>
            <a:ext cx="15082325" cy="78483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Framework: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React.js (v18+)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Tool: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endParaRPr lang="en-IN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Styling &amp; UI: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Tailwind CSS, Framer Motion</a:t>
            </a:r>
          </a:p>
          <a:p>
            <a:pPr algn="l"/>
            <a:endParaRPr lang="en-IN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Routing &amp; Validation: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React Router DOM, Zod, React Hook Form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Recharts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Architecture: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Spring Boot (Java), Spring Security, Hibernate/JPA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H2 In-Memory Database (Embedded relational database, acts like </a:t>
            </a:r>
            <a:r>
              <a:rPr lang="en-IN" sz="28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MySQL/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Communication: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endParaRPr lang="en-IN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Mock Integrations:</a:t>
            </a:r>
            <a:r>
              <a:rPr lang="en-I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Simulated Payment Gateway (UPI/Card)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096529" y="1555922"/>
            <a:ext cx="15082325" cy="121890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300" b="1" dirty="0">
                <a:latin typeface="Times New Roman"/>
                <a:cs typeface="Times New Roman"/>
              </a:rPr>
              <a:t>Module 1: User Management</a:t>
            </a:r>
            <a:endParaRPr lang="en-IN" sz="3300" dirty="0">
              <a:latin typeface="Times New Roman"/>
              <a:ea typeface="Calibri"/>
              <a:cs typeface="Times New Roman"/>
            </a:endParaRPr>
          </a:p>
          <a:p>
            <a:pPr marL="457200" algn="just">
              <a:lnSpc>
                <a:spcPct val="150000"/>
              </a:lnSpc>
              <a:buFont typeface="Arial"/>
              <a:buChar char="•"/>
            </a:pPr>
            <a:r>
              <a:rPr lang="en-IN" sz="3300" dirty="0">
                <a:latin typeface="Times New Roman"/>
                <a:ea typeface="+mn-lt"/>
                <a:cs typeface="Times New Roman"/>
              </a:rPr>
              <a:t> Handles user registration, secure login, and session management.</a:t>
            </a:r>
          </a:p>
          <a:p>
            <a:pPr marL="457200" algn="just">
              <a:lnSpc>
                <a:spcPct val="150000"/>
              </a:lnSpc>
              <a:buFont typeface="Arial"/>
              <a:buChar char="•"/>
            </a:pPr>
            <a:r>
              <a:rPr lang="en-IN" sz="3300" dirty="0">
                <a:latin typeface="Times New Roman"/>
                <a:ea typeface="+mn-lt"/>
                <a:cs typeface="Times New Roman"/>
              </a:rPr>
              <a:t> Implements role-based access control to differentiate students and instructors.</a:t>
            </a:r>
          </a:p>
          <a:p>
            <a:pPr marL="457200" algn="just">
              <a:lnSpc>
                <a:spcPct val="150000"/>
              </a:lnSpc>
              <a:buFont typeface="Arial"/>
              <a:buChar char="•"/>
            </a:pPr>
            <a:r>
              <a:rPr lang="en-IN" sz="3300" dirty="0">
                <a:latin typeface="Times New Roman"/>
                <a:ea typeface="+mn-lt"/>
                <a:cs typeface="Times New Roman"/>
              </a:rPr>
              <a:t>  Ensures secure password handling and controlled system access.</a:t>
            </a:r>
            <a:endParaRPr lang="en-IN" sz="3300" dirty="0">
              <a:latin typeface="Times New Roman"/>
              <a:ea typeface="Calibri"/>
              <a:cs typeface="Times New Roman"/>
            </a:endParaRPr>
          </a:p>
          <a:p>
            <a:pPr marL="457200" algn="just">
              <a:lnSpc>
                <a:spcPct val="150000"/>
              </a:lnSpc>
            </a:pPr>
            <a:endParaRPr lang="en-IN" sz="33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IN" sz="3300" b="1" dirty="0">
                <a:latin typeface="Times New Roman"/>
                <a:cs typeface="Times New Roman"/>
              </a:rPr>
              <a:t>Module 2: Core Processing</a:t>
            </a:r>
            <a:endParaRPr lang="en-IN" sz="3300" dirty="0">
              <a:latin typeface="Times New Roman"/>
              <a:cs typeface="Times New Roman"/>
            </a:endParaRPr>
          </a:p>
          <a:p>
            <a:pPr marL="457200" algn="just">
              <a:lnSpc>
                <a:spcPct val="150000"/>
              </a:lnSpc>
              <a:buFont typeface="Arial"/>
              <a:buChar char="•"/>
            </a:pPr>
            <a:r>
              <a:rPr lang="en-IN" sz="3300" dirty="0">
                <a:latin typeface="Times New Roman"/>
                <a:ea typeface="+mn-lt"/>
                <a:cs typeface="Times New Roman"/>
              </a:rPr>
              <a:t> Handles user registration, secure login, and session management.</a:t>
            </a:r>
          </a:p>
          <a:p>
            <a:pPr marL="457200" algn="just">
              <a:lnSpc>
                <a:spcPct val="150000"/>
              </a:lnSpc>
              <a:buFont typeface="Arial"/>
              <a:buChar char="•"/>
            </a:pPr>
            <a:r>
              <a:rPr lang="en-IN" sz="3300" dirty="0">
                <a:latin typeface="Times New Roman"/>
                <a:ea typeface="+mn-lt"/>
                <a:cs typeface="Times New Roman"/>
              </a:rPr>
              <a:t> Implements role-based access control to differentiate students and instructors.</a:t>
            </a:r>
          </a:p>
          <a:p>
            <a:pPr marL="457200" algn="just">
              <a:lnSpc>
                <a:spcPct val="150000"/>
              </a:lnSpc>
              <a:buFont typeface="Arial"/>
              <a:buChar char="•"/>
            </a:pPr>
            <a:r>
              <a:rPr lang="en-IN" sz="3300" dirty="0">
                <a:latin typeface="Times New Roman"/>
                <a:ea typeface="+mn-lt"/>
                <a:cs typeface="Times New Roman"/>
              </a:rPr>
              <a:t> Ensures secure password handling and controlled system access.</a:t>
            </a:r>
            <a:endParaRPr lang="en-IN" sz="33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IN" sz="3300" dirty="0">
              <a:latin typeface="Times New Roman"/>
              <a:ea typeface="+mn-lt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IN" sz="33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IN" sz="33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IN" sz="33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IN" sz="33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IN" sz="33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IN" sz="33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AB79A-AF48-31A0-B42C-3E7F2A15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C0213DBA-B8B1-AC82-64F0-86C0B318D6D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1B3E00F-9B00-023F-8262-9DC7E3DF88E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1DD3791-900C-E9B7-8931-80A293591F3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3A106DE-6DC1-B3CE-406C-509561DEB33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3BBF58D-8796-1BA0-BF42-EA893BB2503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532A43B-07A6-7136-832A-F04C9DAC36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C6D6748-82F0-073B-E254-9C47597246DA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CEC1321-B596-9AFD-E1D2-3C28B10568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B39B31C-6085-B092-5981-099A273A7C3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A8495D1-578D-3C93-103D-7B76D1B1086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2E11CFE-B14B-53B7-89A2-075D54D21F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B33B2B6-C61C-F8C4-F6B7-1B3EF35342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98151DB-2E01-BF04-5FB6-E0AEA3E2AA8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FCFEC71-C62C-6AD9-EFC1-0A05D4FFE6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9DADEF-9A95-24CF-7F49-F078E57514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159A81C-D71B-1AC7-8369-971CC59E246A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DD3D368-CFA5-244A-C909-3E5E098F0F5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2B9D0B65-C985-4198-AB3D-22A10266EE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EED6443-DB83-F17F-1706-64A156127C6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3D41910-B265-70E5-1CE6-CAD52B150B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11899A96-F553-3D77-58DC-B38235EA45D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1800ADFD-92A8-E477-AF64-1B57D406923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477D7BF-DFAD-E930-7BDB-CEDA5916C49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2AFA7A4-A677-90FD-C80E-2841FE1C1D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FBB6A2FD-E04F-30B2-6C8F-AC2B7153E4B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E4369B9-7DF7-0EB6-F44A-0E7AE1BC320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527D102-108B-ABF4-0299-B40A5A703F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4B1237E3-9D60-A647-9409-8D46891AE80E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48749C3F-BA40-75D0-5752-9658790730A6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7888CEF1-E39D-FD31-07EB-BCFF4C292B1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90F9304-95B0-6203-2EAC-6044F290F1D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82B4082-63DD-3733-22AE-ACF9AADF81C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11F1AA-09AB-CD8E-7A5B-7F9F1EC15AAE}"/>
              </a:ext>
            </a:extLst>
          </p:cNvPr>
          <p:cNvSpPr txBox="1"/>
          <p:nvPr/>
        </p:nvSpPr>
        <p:spPr>
          <a:xfrm>
            <a:off x="2096529" y="1267598"/>
            <a:ext cx="15082325" cy="129507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IN" sz="3300" b="1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3300" b="1" dirty="0">
                <a:latin typeface="Times New Roman"/>
                <a:cs typeface="Times New Roman"/>
              </a:rPr>
              <a:t>Module 3: Database Management</a:t>
            </a:r>
            <a:endParaRPr lang="en-IN" sz="3300" dirty="0">
              <a:latin typeface="Times New Roman"/>
              <a:cs typeface="Times New Roman"/>
            </a:endParaRPr>
          </a:p>
          <a:p>
            <a:pPr marL="457200">
              <a:lnSpc>
                <a:spcPct val="150000"/>
              </a:lnSpc>
              <a:buFont typeface="Arial"/>
              <a:buChar char="•"/>
            </a:pPr>
            <a:r>
              <a:rPr lang="en-IN" sz="3300" dirty="0">
                <a:latin typeface="Times New Roman"/>
                <a:ea typeface="+mn-lt"/>
                <a:cs typeface="Times New Roman"/>
              </a:rPr>
              <a:t> Enables students to submit </a:t>
            </a:r>
            <a:r>
              <a:rPr lang="en-IN" sz="3300" dirty="0" err="1">
                <a:latin typeface="Times New Roman"/>
                <a:ea typeface="+mn-lt"/>
                <a:cs typeface="Times New Roman"/>
              </a:rPr>
              <a:t>enrollment</a:t>
            </a:r>
            <a:r>
              <a:rPr lang="en-IN" sz="3300" dirty="0">
                <a:latin typeface="Times New Roman"/>
                <a:ea typeface="+mn-lt"/>
                <a:cs typeface="Times New Roman"/>
              </a:rPr>
              <a:t> requests for courses.</a:t>
            </a:r>
          </a:p>
          <a:p>
            <a:pPr marL="457200">
              <a:lnSpc>
                <a:spcPct val="150000"/>
              </a:lnSpc>
              <a:buFont typeface="Arial"/>
              <a:buChar char="•"/>
            </a:pPr>
            <a:r>
              <a:rPr lang="en-IN" sz="3300" dirty="0">
                <a:latin typeface="Times New Roman"/>
                <a:ea typeface="+mn-lt"/>
                <a:cs typeface="Times New Roman"/>
              </a:rPr>
              <a:t> Allows instructors to approve or reject requests through a controlled workflow.</a:t>
            </a:r>
          </a:p>
          <a:p>
            <a:pPr marL="457200">
              <a:lnSpc>
                <a:spcPct val="150000"/>
              </a:lnSpc>
              <a:buFont typeface="Arial"/>
              <a:buChar char="•"/>
            </a:pPr>
            <a:r>
              <a:rPr lang="en-IN" sz="3300" dirty="0">
                <a:latin typeface="Times New Roman"/>
                <a:ea typeface="+mn-lt"/>
                <a:cs typeface="Times New Roman"/>
              </a:rPr>
              <a:t> Maintains </a:t>
            </a:r>
            <a:r>
              <a:rPr lang="en-IN" sz="3300" dirty="0" err="1">
                <a:latin typeface="Times New Roman"/>
                <a:ea typeface="+mn-lt"/>
                <a:cs typeface="Times New Roman"/>
              </a:rPr>
              <a:t>enrollment</a:t>
            </a:r>
            <a:r>
              <a:rPr lang="en-IN" sz="3300" dirty="0">
                <a:latin typeface="Times New Roman"/>
                <a:ea typeface="+mn-lt"/>
                <a:cs typeface="Times New Roman"/>
              </a:rPr>
              <a:t> status and ensures structured access to courses.</a:t>
            </a:r>
            <a:endParaRPr lang="en-IN" sz="3300" dirty="0">
              <a:latin typeface="Times New Roman"/>
              <a:ea typeface="Calibri"/>
              <a:cs typeface="Times New Roman"/>
            </a:endParaRPr>
          </a:p>
          <a:p>
            <a:pPr marL="457200">
              <a:lnSpc>
                <a:spcPct val="150000"/>
              </a:lnSpc>
            </a:pPr>
            <a:endParaRPr lang="en-IN" sz="33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3300" b="1" dirty="0">
                <a:latin typeface="Times New Roman"/>
                <a:cs typeface="Times New Roman"/>
              </a:rPr>
              <a:t>Module 4: Reporting &amp; Analytics</a:t>
            </a:r>
            <a:endParaRPr lang="en-IN" sz="3300" dirty="0">
              <a:latin typeface="Times New Roman"/>
              <a:cs typeface="Times New Roman"/>
            </a:endParaRPr>
          </a:p>
          <a:p>
            <a:pPr marL="457200">
              <a:lnSpc>
                <a:spcPct val="150000"/>
              </a:lnSpc>
              <a:buFont typeface="Arial"/>
              <a:buChar char="•"/>
            </a:pPr>
            <a:r>
              <a:rPr lang="en-IN" sz="3300" dirty="0">
                <a:latin typeface="Times New Roman"/>
                <a:ea typeface="+mn-lt"/>
                <a:cs typeface="Times New Roman"/>
              </a:rPr>
              <a:t> Tracks student learning progress and updates completion percentage.</a:t>
            </a:r>
          </a:p>
          <a:p>
            <a:pPr marL="457200">
              <a:lnSpc>
                <a:spcPct val="150000"/>
              </a:lnSpc>
              <a:buFont typeface="Arial"/>
              <a:buChar char="•"/>
            </a:pPr>
            <a:r>
              <a:rPr lang="en-IN" sz="3300" dirty="0">
                <a:latin typeface="Times New Roman"/>
                <a:ea typeface="+mn-lt"/>
                <a:cs typeface="Times New Roman"/>
              </a:rPr>
              <a:t> Generates AI-based course recommendations based on user activity and preferences.</a:t>
            </a:r>
          </a:p>
          <a:p>
            <a:pPr marL="457200">
              <a:lnSpc>
                <a:spcPct val="150000"/>
              </a:lnSpc>
              <a:buFont typeface="Arial"/>
              <a:buChar char="•"/>
            </a:pPr>
            <a:r>
              <a:rPr lang="en-IN" sz="3300" dirty="0">
                <a:latin typeface="Times New Roman"/>
                <a:ea typeface="+mn-lt"/>
                <a:cs typeface="Times New Roman"/>
              </a:rPr>
              <a:t> Provides analytical insights to enhance personalized learning experience.</a:t>
            </a:r>
            <a:endParaRPr lang="en-IN" sz="33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IN" sz="3300" dirty="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IN" sz="33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IN" sz="33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IN" sz="33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IN" sz="33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IN" sz="33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IN" sz="33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3253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E051D-C444-9299-D263-3986D7DE4537}"/>
              </a:ext>
            </a:extLst>
          </p:cNvPr>
          <p:cNvSpPr txBox="1"/>
          <p:nvPr/>
        </p:nvSpPr>
        <p:spPr>
          <a:xfrm>
            <a:off x="2164556" y="1152009"/>
            <a:ext cx="39433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>
                <a:latin typeface="Times New Roman"/>
                <a:ea typeface="Calibri"/>
                <a:cs typeface="Times New Roman"/>
              </a:rPr>
              <a:t>Home Page: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84622D-A1BF-7358-791B-E643497B0646}"/>
              </a:ext>
            </a:extLst>
          </p:cNvPr>
          <p:cNvSpPr txBox="1"/>
          <p:nvPr/>
        </p:nvSpPr>
        <p:spPr>
          <a:xfrm>
            <a:off x="2164808" y="8155064"/>
            <a:ext cx="14593051" cy="1307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/>
              <a:buChar char="Ø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The Home Page provides an overview of the  platform with navigation options for login, and dashboard access. It serves as the primary entry point to the system.</a:t>
            </a:r>
            <a:endParaRPr lang="en-US" sz="28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9C783E-D673-4162-32C3-1EC11F7A6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5494" y="1695376"/>
            <a:ext cx="14667536" cy="664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27C6C8-419A-D2F2-AAA3-C7D9BD1B7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DA7DB1E-7489-28DD-1794-BFB470FA0422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AD69F89-1AD6-2C16-7275-E422185189B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F21F9A5-F3C0-61A1-15F6-255A762FDE6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3349D4E-251C-17F4-378C-56BBCDF3E3A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4528CCA-FAF1-95E6-472E-545AEC123AE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E475519-F700-610F-4AA1-9337D1CFCA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99612F-E09C-6AF6-6A26-E8F27F16E827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BE79F27-9D73-D880-088E-B3F5B97C43D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2B6BF1B-2270-2C74-F90B-2A024AAA2CE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D4BB17E-9784-CDC7-655C-139400D76376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BFC7097-6778-E73E-ADD8-4B4C9892082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195F0F22-209C-E3BD-6FAB-29FB08C65F7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00865-D525-D033-C123-C291520906DE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8187C8-6E3A-7460-D343-4823A2FB4EE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32362A1-57D4-978F-808C-21BBABA638A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AFDDF54-9634-CC39-241E-1CC5274548E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B0E037B-0367-D495-869C-152F8A788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EC5F2B2-53EB-166B-1948-1E9F077B3EB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FA3D8AE-5BB5-A518-89BE-32E5FB285220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440D7572-9667-AC32-8D80-B10296E9D8F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E97ECB14-C30E-68B8-73EF-931A793D3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C57207B-CC58-ABC2-C582-29512300ADF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7A5FE08-B479-6CF6-642C-87F05626CEC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3055CD-915B-3AAD-7667-77F5390FA81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609F1880-23F2-7002-F753-B7AF43D8807B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8146A8A-5D18-3B43-2682-DFFD415F533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EA3A38EC-A4E8-3766-BCE7-DB70F37749A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53B2A360-935F-2651-A94C-8A126CD8700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358DDF5C-038B-42CC-E19D-0443943ECC0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8B401DB-C8E1-AEB9-97F4-EA91D2459C4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6A4A39F-9A8E-3E58-0E0A-048024DDD9F6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217BDA0-CD84-D2B9-31E8-B2A68A745C8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073D0A-5A1E-98DE-3225-204E30420762}"/>
              </a:ext>
            </a:extLst>
          </p:cNvPr>
          <p:cNvSpPr txBox="1"/>
          <p:nvPr/>
        </p:nvSpPr>
        <p:spPr>
          <a:xfrm>
            <a:off x="1738441" y="1180713"/>
            <a:ext cx="54006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/>
                <a:ea typeface="Calibri"/>
                <a:cs typeface="Times New Roman"/>
              </a:rPr>
              <a:t>2. Login Page :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05503-068D-B932-2883-7488FA812DAF}"/>
              </a:ext>
            </a:extLst>
          </p:cNvPr>
          <p:cNvSpPr txBox="1"/>
          <p:nvPr/>
        </p:nvSpPr>
        <p:spPr>
          <a:xfrm>
            <a:off x="2376695" y="8504973"/>
            <a:ext cx="13715999" cy="1307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/>
              <a:buChar char="Ø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The Login Page implements secure authentication using role-based access control for students and instructors. It ensures controlled system access through session management.</a:t>
            </a:r>
            <a:endParaRPr lang="en-US" sz="280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08D223-A812-209D-B5FB-AC555AAB1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149" y="1860921"/>
            <a:ext cx="13715999" cy="691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37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FE994-0D80-C9B8-0ADA-447471E53DD9}"/>
              </a:ext>
            </a:extLst>
          </p:cNvPr>
          <p:cNvSpPr txBox="1"/>
          <p:nvPr/>
        </p:nvSpPr>
        <p:spPr>
          <a:xfrm>
            <a:off x="1868443" y="1143643"/>
            <a:ext cx="435054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/>
                <a:ea typeface="Calibri"/>
                <a:cs typeface="Times New Roman"/>
              </a:rPr>
              <a:t>3. Student Dashboard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EBFEE-1966-741A-5962-6457F705C512}"/>
              </a:ext>
            </a:extLst>
          </p:cNvPr>
          <p:cNvSpPr txBox="1"/>
          <p:nvPr/>
        </p:nvSpPr>
        <p:spPr>
          <a:xfrm>
            <a:off x="1868959" y="8330909"/>
            <a:ext cx="15664168" cy="661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/>
              <a:buChar char="Ø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The Student Dashboard allows users to view available events registering options</a:t>
            </a:r>
            <a:endParaRPr lang="en-US" sz="28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68B233-B7F4-51F6-CF71-036B8DC07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3860" y="2043552"/>
            <a:ext cx="11540648" cy="5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786DB8-2D6F-3E92-C293-A85086EF3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30" y="1056704"/>
            <a:ext cx="16585340" cy="817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092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85788-6C04-B254-37A3-F9BC1078A901}"/>
              </a:ext>
            </a:extLst>
          </p:cNvPr>
          <p:cNvSpPr txBox="1"/>
          <p:nvPr/>
        </p:nvSpPr>
        <p:spPr>
          <a:xfrm>
            <a:off x="1729747" y="1266172"/>
            <a:ext cx="63304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Times New Roman"/>
                <a:ea typeface="Calibri"/>
                <a:cs typeface="Times New Roman"/>
              </a:rPr>
              <a:t>4. Admin Dashboard :</a:t>
            </a:r>
            <a:endParaRPr lang="en-US" sz="3200" b="1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9499CA-6FA9-13F3-9B5A-EE17F4BFD9F5}"/>
              </a:ext>
            </a:extLst>
          </p:cNvPr>
          <p:cNvSpPr txBox="1"/>
          <p:nvPr/>
        </p:nvSpPr>
        <p:spPr>
          <a:xfrm>
            <a:off x="2212730" y="8328137"/>
            <a:ext cx="14243538" cy="1307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/>
              <a:buChar char="Ø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The Admin Dashboard enables </a:t>
            </a:r>
            <a:r>
              <a:rPr lang="en-US" sz="2800" dirty="0" err="1">
                <a:latin typeface="Times New Roman"/>
                <a:ea typeface="+mn-lt"/>
                <a:cs typeface="Times New Roman"/>
              </a:rPr>
              <a:t>graphs,charts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and enrollment approval management. It also provides analytical insights for monitoring student participation and course performance.</a:t>
            </a:r>
            <a:endParaRPr lang="en-US" sz="28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DE79EA-B60E-D318-F581-55037EF37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236" y="2132672"/>
            <a:ext cx="12718526" cy="587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8748CE-FC92-8D2B-FEB8-CA386376FA8A}"/>
              </a:ext>
            </a:extLst>
          </p:cNvPr>
          <p:cNvSpPr txBox="1"/>
          <p:nvPr/>
        </p:nvSpPr>
        <p:spPr>
          <a:xfrm>
            <a:off x="1935693" y="1263399"/>
            <a:ext cx="15034846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dirty="0">
                <a:latin typeface="Times New Roman"/>
                <a:ea typeface="Calibri"/>
                <a:cs typeface="Times New Roman"/>
              </a:rPr>
              <a:t>ADVANTAGES:</a:t>
            </a:r>
          </a:p>
          <a:p>
            <a:endParaRPr lang="en-US" sz="2800" b="1" dirty="0">
              <a:latin typeface="Times New Roman"/>
              <a:ea typeface="+mn-lt"/>
              <a:cs typeface="Times New Roman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Event Hub: Eliminates information fragmentation across WhatsApp groups and notice boards, providing a single premium platform for all campus activities.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Intuitive &amp; Engaging UI: Features a modern "</a:t>
            </a:r>
            <a:r>
              <a:rPr lang="en-US" sz="2800" b="0" i="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Glassmorphism</a:t>
            </a:r>
            <a:r>
              <a:rPr lang="en-US" sz="28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aesthetic with smart, multi-step registration forms and animations (confetti) that significantly boost student engagement.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Streamlined Administration: Offers dedicated dashboards with real-time analytics (Recharts) and secure role-based control (RBAC) to replace messy manual data entry processes.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9CD4A3-D662-F234-92D4-4AFFD9620303}"/>
              </a:ext>
            </a:extLst>
          </p:cNvPr>
          <p:cNvSpPr txBox="1"/>
          <p:nvPr/>
        </p:nvSpPr>
        <p:spPr>
          <a:xfrm>
            <a:off x="2044211" y="5561134"/>
            <a:ext cx="14837019" cy="43858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/>
                <a:ea typeface="Calibri"/>
                <a:cs typeface="Times New Roman"/>
              </a:rPr>
              <a:t>LIMITATIONS :</a:t>
            </a:r>
          </a:p>
          <a:p>
            <a:endParaRPr lang="en-US" sz="2800" b="1" dirty="0">
              <a:latin typeface="Times New Roman"/>
              <a:ea typeface="Calibri"/>
              <a:cs typeface="Times New Roman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Simulated Core Services: Critical backend features, specifically live JWT-based Authentication and the Payment Gateway, are currently mocked simulations prepared for full integration.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Volatile Data Persistence: The system utilizes an H2 In-Memory database for development purposes, meaning all data is reset and lost upon every server restart.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Active Internet Dependency: As a full-stack web Single-Page Application (SPA), continuous network connectivity is mandatory to access dashboards or complete registrations.</a:t>
            </a:r>
          </a:p>
          <a:p>
            <a:pPr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b="1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1140</Words>
  <Application>Microsoft Office PowerPoint</Application>
  <PresentationFormat>Custom</PresentationFormat>
  <Paragraphs>260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Cambria</vt:lpstr>
      <vt:lpstr>Arial</vt:lpstr>
      <vt:lpstr>Calibri</vt:lpstr>
      <vt:lpstr>Bookman Old Style</vt:lpstr>
      <vt:lpstr>Gotham Bold Italics</vt:lpstr>
      <vt:lpstr>Wingdings</vt:lpstr>
      <vt:lpstr>Times New Roman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Ramakrishnan .S</cp:lastModifiedBy>
  <cp:revision>396</cp:revision>
  <dcterms:created xsi:type="dcterms:W3CDTF">2006-08-16T00:00:00Z</dcterms:created>
  <dcterms:modified xsi:type="dcterms:W3CDTF">2026-04-21T06:09:48Z</dcterms:modified>
  <dc:identifier>DAHCaYqJ9OU</dc:identifier>
</cp:coreProperties>
</file>